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SkillPath — Autonomous Inclusive Workforce Orchestrator</a:t>
            </a:r>
          </a:p>
          <a:p>
            <a:pPr algn="ctr">
              <a:spcBef>
                <a:spcPts val="800"/>
              </a:spcBef>
              <a:defRPr sz="1800">
                <a:solidFill>
                  <a:srgbClr val="E0E7FF"/>
                </a:solidFill>
              </a:defRPr>
            </a:pPr>
            <a:r>
              <a:t>Closing the $5.5T Skills Gap with Skills-First Intelligence &amp; SAP Talent Intelligence Hub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554480"/>
            <a:ext cx="4937760" cy="9144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TEAM NAME (AS SUBMITTED ON PORTAL)</a:t>
            </a:r>
          </a:p>
          <a:p>
            <a:pPr>
              <a:spcBef>
                <a:spcPts val="400"/>
              </a:spcBef>
              <a:defRPr sz="1600" b="1">
                <a:solidFill>
                  <a:srgbClr val="2563EB"/>
                </a:solidFill>
              </a:defRPr>
            </a:pPr>
            <a:r>
              <a:t>Team SkillPath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059375" cy="9144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4876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HACKATHON THEME &amp; PROBLEM STATEMENT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Inclusive Workforce: AI Multi-Agent Career Orchestrator &amp; Fair Reskilling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606040"/>
          <a:ext cx="1018001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468880"/>
                <a:gridCol w="1371600"/>
                <a:gridCol w="5516575"/>
              </a:tblGrid>
              <a:tr h="71323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AREA OF EXPERTISE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Shaurya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 Multi-Agent Architect, DAG Swarm &amp; SAP 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Harshit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Frontend Engineering, Inclusive UI/UX &amp; Cloud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914400"/>
            <a:ext cx="101800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SkillPath — The Inclusive Workforce Orchestrator</a:t>
            </a:r>
          </a:p>
          <a:p>
            <a:pPr>
              <a:spcBef>
                <a:spcPts val="400"/>
              </a:spcBef>
              <a:defRPr sz="1600" b="1">
                <a:solidFill>
                  <a:srgbClr val="2563EB"/>
                </a:solidFill>
              </a:defRPr>
            </a:pPr>
            <a:r>
              <a:t>Proposed Solution Architecture: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74519"/>
            <a:ext cx="32004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11679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🌟 Gap Alchemy &amp; Skills Discovery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Translates informal lived experience (caregiving, operations, self-study) into high-value tech skills.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Enforces a 0% Career Break Penalty policy, surfacing latent ability over institution pedigree.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Connects adjacent capabilities through a multi-dimensional skills knowledge 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74519"/>
            <a:ext cx="32004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79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🤖 6-Agent Autonomous Swarm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Skills Discovery, Market Intelligence, Learning Pathway, Inclusive Matcher, Employer Court, Bias Auditor.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Stepped Bridge Role Ladders: builds viable stepping-stones rather than unrealistic career leaps.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Real-time doubt resolution with Human-in-the-Loop decision agency.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74519"/>
            <a:ext cx="32004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39" y="2011679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🏢 SAP SuccessFactors &amp; Joule Bridge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Standard Skills Portfolio JSON export matching SAP Talent Intelligence Hub taxonomy.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Pre-packaged handoff payloads for SAP Joule Career, HR Service, and People Intelligence Agents.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Certified 10-Dimension Fairness &amp; Bias Audit Ledger with verifiable A+ grade.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🛡️ 10-Dimension Bias &amp; Gap Immunity Engine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Evaluates recommendations against 10 fairness dimensions including PwD accessibility, tier-2/3 access, caregiving break protection, and degree-blind skills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🗺️ Stepped Bridge-Role Ladders (Dijkstra Graph)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Rather than demanding an impossible 6-month jump from back-office data entry to Senior AI, Pathfinder builds stepped, paid bridge roles (Data Associate ➔ IT Support ➔ Cloud QA).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⚖️ Employer Court / JD Accessibility Audit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Scans employer job postings for exclusionary jargon ('rockstar', 'ivy league mandate', 'unbroken tenure') and generates actionable HR accommodation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⚡ DAG Wave Parallel Execution (&lt; 2.5s)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Executes 14 specialized sub-agents in 4 parallel waves using SHA-256 caching and fallback resilience, delivering enterprise speed with deep agentic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691640"/>
            <a:ext cx="24231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🖥️ Frontend &amp; UI Layer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Next.js 15 App Router &amp; React 19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TypeScript 5 Strict (End-to-End)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Tailwind CSS + Glassmorphic UI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Interactive Copilot &amp; Dynamic Re-run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4 One-Click Live Persona Presets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691640"/>
            <a:ext cx="24231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🤖 6-Agent Swarm Core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DAG Parallel Wave Scheduler (&lt;2.5s)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Gap-Skill Translation Sub-Engine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Dijkstra Shortest Bridge Pathfinder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10-Dimension Inclusion Rules Engine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Employer Readiness Jargon Auditor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24231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🏢 Enterprise &amp; SAP Bridge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SAP Talent Intelligence Hub JSON Export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SAP Joule Agent Handoff Simulation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Certified Bias Audit Certificate Export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Key Pool Rotation &amp; Model Fallback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Zero-Trust Serverless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91640"/>
            <a:ext cx="24231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📊 Datasets &amp; Intelligence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5,000+ JD MVC Frequency Models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Indian Tier-1/2/3 Regional Hub Matrix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Live Skill Freshness &amp; Decay Vectors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Curated Returnship Programs DB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WCAG 2.1 PwD Accessibility Mappings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🏢 SAP SuccessFactors Synergy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Native architectural alignment with SAP Talent Intelligence Hub and Joule Agents (Career &amp; Talent Development, HR Service, People Intelligence) enables seamless enterprise talent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⚡ Production Feasibility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Fully functional Next.js 15 application with sub-2.5s multi-agent execution, local deterministic reflex layer, and SHA-256 in-memory caching.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💰 Cost &amp; Latency Optimization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Hybrid deterministic + LLM wave architecture reduces API operational costs by &gt;65% compared to monolithic LLM chains while preventing rate limit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🛡️ Governance &amp; Ethical AI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Certified 10-dimension Bias Audit Agent enforces verifiable compliance with equal-opportunity standards and zero career break penalties.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874519"/>
            <a:ext cx="32004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011679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🌟 Women Returners &amp; Gaps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Caregiving and family breaks protected with 0% penalty.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Lived operations &amp; budgeting translated into IT project skills.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Automatic matching with Microsoft LEAP, IBM &amp; TCS returnships.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74519"/>
            <a:ext cx="32004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011679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🚀 Tier-2/3 &amp; First-Gen Talent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Demystifies the hidden curriculum of career navigation.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Regional scouting for candidates in Lucknow, Jaipur, Gorakhpur.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Replaces institution prestige filters with verified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74519"/>
            <a:ext cx="32004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2011679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♿ Displaced Workers &amp; PwD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Stepped 8-week bridge ladders for automated routine workers.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Factor screen-reader &amp; async remote accommodations.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Salary ROI modeling for realistic reskilling upside.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👤 Free B2C Candidate Lifeline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Lifelong free access for job seekers, returners, and first-gen students to discover skills, get gap protection, and access curated free roadmaps.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🏢 Enterprise SAP Ecosystem SaaS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Integration subscription for global enterprises (Grundfos, Capgemini, IBM) deploying SAP SuccessFactors to ingest verified inclusive candidate portfolios.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🏛️ University &amp; State Placement SaaS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Cohort analytics and batch readiness monitoring for tier-2/3 universities and state skill development missions (PMKVY, NSDC).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⚖️ Employer Bias Audit &amp; HR API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Automated compliance API auditing corporate job postings for exclusionary filters, promoting ESG and DEI hiring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📊 IDC Enterprise Research 2026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Over 90% of global enterprises face critical skills shortages, creating a $5.5 trillion loss risk rooted in knowledge mismatches rather than labor shortages.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🇮🇳 India Skills Report 2026 &amp; TCS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Employability reached 56.35% with tier-2/3 talent emergence, juxtaposed against 12,000 TCS layoffs citing AI-driven skill mismatches.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💼 PwC &amp; Anthropic Impact Reports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Workers with AI fluency command a 56% wage premium, while non-AI workers risk medium-term obsolescence without accessible reskilling.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4632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799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🌐 World Economic Forum (WEF)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170M new roles vs 92M displaced (78M net gain), but 59% of the workforce requires urgent, targeted retraining to prevent displacement.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